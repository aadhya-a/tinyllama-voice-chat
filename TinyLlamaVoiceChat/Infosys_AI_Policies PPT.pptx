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89" r:id="rId4"/>
    <p:sldId id="288" r:id="rId5"/>
    <p:sldId id="268" r:id="rId6"/>
    <p:sldId id="269" r:id="rId7"/>
    <p:sldId id="270" r:id="rId8"/>
    <p:sldId id="271" r:id="rId9"/>
    <p:sldId id="278" r:id="rId10"/>
    <p:sldId id="272" r:id="rId11"/>
    <p:sldId id="273" r:id="rId12"/>
    <p:sldId id="274" r:id="rId13"/>
    <p:sldId id="275" r:id="rId14"/>
    <p:sldId id="279" r:id="rId15"/>
    <p:sldId id="276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66" r:id="rId24"/>
    <p:sldId id="267" r:id="rId25"/>
  </p:sldIdLst>
  <p:sldSz cx="18288000" cy="10287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Futura Bold" panose="020B0604020202020204" charset="0"/>
      <p:regular r:id="rId31"/>
    </p:embeddedFont>
    <p:embeddedFont>
      <p:font typeface="Varela Round" panose="020B0604020202020204" charset="-79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A4AF-3A0C-4050-81FE-A72B9AAD789E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B4A88-AE55-4952-8D46-404A7467F9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21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B4A88-AE55-4952-8D46-404A7467F90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802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976993"/>
            <a:ext cx="16448484" cy="5693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sz="9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AI-powered Policy Retrieval System (with Quantum NLP) </a:t>
            </a:r>
          </a:p>
          <a:p>
            <a:pPr algn="ctr">
              <a:lnSpc>
                <a:spcPts val="11106"/>
              </a:lnSpc>
            </a:pPr>
            <a:r>
              <a:rPr lang="en-US" sz="9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and </a:t>
            </a:r>
          </a:p>
          <a:p>
            <a:pPr algn="ctr">
              <a:lnSpc>
                <a:spcPts val="11106"/>
              </a:lnSpc>
            </a:pPr>
            <a:r>
              <a:rPr lang="en-US" sz="9600" b="1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TinyLlama</a:t>
            </a:r>
            <a:r>
              <a:rPr lang="en-US" sz="9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 Voice Chat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55106" y="8147179"/>
            <a:ext cx="14401800" cy="1440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3699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Presented by AADHYA A</a:t>
            </a:r>
          </a:p>
          <a:p>
            <a:pPr algn="ctr">
              <a:lnSpc>
                <a:spcPts val="3699"/>
              </a:lnSpc>
            </a:pPr>
            <a:endParaRPr lang="en-US" sz="3699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algn="ctr">
              <a:lnSpc>
                <a:spcPts val="3699"/>
              </a:lnSpc>
            </a:pPr>
            <a:r>
              <a:rPr lang="en-US" sz="3699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Team Members: </a:t>
            </a:r>
            <a:r>
              <a:rPr lang="en-US" sz="3699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Aadhya A, </a:t>
            </a:r>
            <a:r>
              <a:rPr lang="en-US" sz="3699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Muskan</a:t>
            </a:r>
            <a:r>
              <a:rPr lang="en-US" sz="3699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Maurya, P </a:t>
            </a:r>
            <a:r>
              <a:rPr lang="en-US" sz="3699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Dhanamurthy</a:t>
            </a:r>
            <a:endParaRPr lang="en-US" sz="3699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54222" y="874794"/>
            <a:ext cx="8960375" cy="1209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4437" y="1929164"/>
            <a:ext cx="16040100" cy="6995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About the Project:</a:t>
            </a:r>
          </a:p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AI-powered system for analyzing and retrieving public policy information using NLP.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Uses pre-trained models for text similarity and relevance matching.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Built with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backend and HTML/CSS frontend for interactivity.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Quantum NLP module enhances text understanding and retrieval accuracy.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Demonstrates Quantum Machine Learning (QML) in policy analysis.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Integrates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TinyLlama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Voice Chat via LM Studio for real-time voice-based user interaction and dynamic policy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04887" y="2992413"/>
            <a:ext cx="16375856" cy="4270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sz="12479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AI-Powered Policy Navigation using </a:t>
            </a:r>
            <a:r>
              <a:rPr lang="en-US" sz="12479" b="1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FastAPI</a:t>
            </a:r>
            <a:endParaRPr lang="en-US" sz="12479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</p:spTree>
    <p:extLst>
      <p:ext uri="{BB962C8B-B14F-4D97-AF65-F5344CB8AC3E}">
        <p14:creationId xmlns:p14="http://schemas.microsoft.com/office/powerpoint/2010/main" val="2738890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419600" y="3785492"/>
            <a:ext cx="8960375" cy="397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PART – 1</a:t>
            </a: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AI Part</a:t>
            </a:r>
          </a:p>
        </p:txBody>
      </p:sp>
    </p:spTree>
    <p:extLst>
      <p:ext uri="{BB962C8B-B14F-4D97-AF65-F5344CB8AC3E}">
        <p14:creationId xmlns:p14="http://schemas.microsoft.com/office/powerpoint/2010/main" val="2126583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63812" y="1500673"/>
            <a:ext cx="966178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AI Components Used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13439" y="3069415"/>
            <a:ext cx="14562534" cy="5102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Uses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Machine Learning (ML)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for text similarity detection.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Applies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TF-IDF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and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cosine similarity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to find related policies.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Uses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Natural Language Processing (NLP)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for text analysis.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Performs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tokenization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 stop word removal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and</a:t>
            </a:r>
            <a:r>
              <a:rPr lang="en-US" sz="3200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lemmatization</a:t>
            </a:r>
            <a:r>
              <a:rPr lang="en-US" sz="3200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Converts text into numerical form using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vectorization.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Retrieves the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most relevant policy information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based on user queries.</a:t>
            </a:r>
          </a:p>
        </p:txBody>
      </p:sp>
    </p:spTree>
    <p:extLst>
      <p:ext uri="{BB962C8B-B14F-4D97-AF65-F5344CB8AC3E}">
        <p14:creationId xmlns:p14="http://schemas.microsoft.com/office/powerpoint/2010/main" val="397127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48200" y="1740212"/>
            <a:ext cx="966178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NLP Terminologies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97969" y="2880826"/>
            <a:ext cx="14489905" cy="4941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Tokenization: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Splitting policy text into smaller tokens.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Stop Words Removal: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Removes common words (“and”, “the”).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Lemmatization: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Converts words to root forms.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Vectorization: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Converts text to numbers using TF-IDF.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Cosine Similarity: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Measures how close two texts are.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Named Entity Recognition: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Identifies policy titles or acts.</a:t>
            </a:r>
          </a:p>
        </p:txBody>
      </p:sp>
    </p:spTree>
    <p:extLst>
      <p:ext uri="{BB962C8B-B14F-4D97-AF65-F5344CB8AC3E}">
        <p14:creationId xmlns:p14="http://schemas.microsoft.com/office/powerpoint/2010/main" val="3594752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98831" y="659133"/>
            <a:ext cx="966178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NLP Workflow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19500" y="1509264"/>
            <a:ext cx="15682436" cy="7471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Load the Data: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File: updated_data.csv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Contains multiple policy descriptions.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Preprocessing: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Text cleaning, tokenization, removing punctuation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TF-IDF vectorization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Training: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Builds a 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TF-IDF matrix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the data.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Testing (Example: Primary Education Policy):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Input: “Describe the primary education policy.”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Output: Shows most relevant policy section with similarity score.</a:t>
            </a:r>
          </a:p>
        </p:txBody>
      </p:sp>
    </p:spTree>
    <p:extLst>
      <p:ext uri="{BB962C8B-B14F-4D97-AF65-F5344CB8AC3E}">
        <p14:creationId xmlns:p14="http://schemas.microsoft.com/office/powerpoint/2010/main" val="3974401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98831" y="659133"/>
            <a:ext cx="966178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Pickle Files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97844" y="2132315"/>
            <a:ext cx="15682436" cy="4516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Saved model components: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scheme_tfidf_matrix.pkl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(30 MB) →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Stores trained matrix and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DataFrame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scheme_vectorizer.pkl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(439 KB) →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Stores TF-IDF vectorizer used for transformation.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Purpose: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To reload models instantly without retraining.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Maintains consistent model behavior during API runs.</a:t>
            </a:r>
          </a:p>
        </p:txBody>
      </p:sp>
    </p:spTree>
    <p:extLst>
      <p:ext uri="{BB962C8B-B14F-4D97-AF65-F5344CB8AC3E}">
        <p14:creationId xmlns:p14="http://schemas.microsoft.com/office/powerpoint/2010/main" val="723746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419600" y="3785492"/>
            <a:ext cx="8960375" cy="397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PART – 2</a:t>
            </a: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 API</a:t>
            </a:r>
          </a:p>
        </p:txBody>
      </p:sp>
    </p:spTree>
    <p:extLst>
      <p:ext uri="{BB962C8B-B14F-4D97-AF65-F5344CB8AC3E}">
        <p14:creationId xmlns:p14="http://schemas.microsoft.com/office/powerpoint/2010/main" val="3647641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9600" y="1007860"/>
            <a:ext cx="14630399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FastAPI</a:t>
            </a: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 Project Folder Structure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2782" y="1548540"/>
            <a:ext cx="15682436" cy="8456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Infosys_AI_Policies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/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app.py                      → </a:t>
            </a: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main backend script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main.py                     → Supporting Python file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templates/                  → Frontend HTML files with CSS, JS assets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   └── index.html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   ├── education.html            → Education policies section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   ├── healthcare.html           → Healthcare policies section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   ├── agriculture.html           → Agriculture policies section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   ├── women.html       → Women-related policies section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   ├── employment.html  → Employment and </a:t>
            </a: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labour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policies section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</a:t>
            </a: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scheme_tfidf_matrix.pkl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→ Saved model data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</a:t>
            </a: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scheme_vectorizer.pkl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→ Vectorizer model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updated_data.csv            → Policy dataset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README                      → Project documentation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└── </a:t>
            </a: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AI_Policies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Coding.ipynb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→ Notebook for 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798007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98831" y="659133"/>
            <a:ext cx="966178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FastAPI</a:t>
            </a: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 Structure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2970" y="1703979"/>
            <a:ext cx="15682436" cy="7471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Request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fastapi.responses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HTMLResponse</a:t>
            </a: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fastapi.templating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Jinja2Templates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app =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()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templates = Jinja2Templates(directory="templates")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@app.get("/",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response_class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=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HTMLResponse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)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def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read_root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(request: Request):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return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templates.TemplateResponse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("index.html", {"request": request})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@app.get("/") → Defines the homepage route.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TemplateResponse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→ Sends HTML to user.</a:t>
            </a:r>
          </a:p>
        </p:txBody>
      </p:sp>
    </p:spTree>
    <p:extLst>
      <p:ext uri="{BB962C8B-B14F-4D97-AF65-F5344CB8AC3E}">
        <p14:creationId xmlns:p14="http://schemas.microsoft.com/office/powerpoint/2010/main" val="1920790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98831" y="659133"/>
            <a:ext cx="966178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FastAPI</a:t>
            </a: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 Structure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2970" y="1703979"/>
            <a:ext cx="15682436" cy="7471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Request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fastapi.responses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HTMLResponse</a:t>
            </a: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fastapi.templating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Jinja2Templates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app =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()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templates = Jinja2Templates(directory="templates")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@app.get("/",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response_class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=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HTMLResponse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)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def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read_root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(request: Request):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return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templates.TemplateResponse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("index.html", {"request": request})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@app.get("/") → Defines the homepage route.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TemplateResponse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→ Sends HTML to user.</a:t>
            </a:r>
          </a:p>
        </p:txBody>
      </p:sp>
    </p:spTree>
    <p:extLst>
      <p:ext uri="{BB962C8B-B14F-4D97-AF65-F5344CB8AC3E}">
        <p14:creationId xmlns:p14="http://schemas.microsoft.com/office/powerpoint/2010/main" val="3278066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8115" y="885439"/>
            <a:ext cx="11831769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Model Loading in </a:t>
            </a:r>
            <a:r>
              <a:rPr lang="en-US" sz="8462" b="1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FastAPI</a:t>
            </a:r>
            <a:endParaRPr lang="en-US" sz="8462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33469" y="2116426"/>
            <a:ext cx="15682436" cy="6486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import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joblib</a:t>
            </a: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sklearn.metrics.pairwise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cosine_similarity</a:t>
            </a: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vectorizer =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joblib.load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("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scheme_vectorizer.pkl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")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data =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joblib.load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("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scheme_tfidf_matrix.pkl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")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tfidf_matrix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= data["matrix"]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df = data["df"]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Loads the pre-trained model files.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Enables query-based policy retrieval.</a:t>
            </a:r>
          </a:p>
        </p:txBody>
      </p:sp>
    </p:spTree>
    <p:extLst>
      <p:ext uri="{BB962C8B-B14F-4D97-AF65-F5344CB8AC3E}">
        <p14:creationId xmlns:p14="http://schemas.microsoft.com/office/powerpoint/2010/main" val="225376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419600" y="3785492"/>
            <a:ext cx="8960375" cy="397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PART – 3</a:t>
            </a: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1508345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8115" y="885439"/>
            <a:ext cx="11831769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Frontend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73129" y="2379388"/>
            <a:ext cx="15682436" cy="641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HTML files are located in the templates/ directory — including index.html, education.html, healthcare.html, agriculture.html, women.html, and employment.html.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User enters policy question → Backend finds most relevant policy section.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Design Highlights: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Search bar + AI results panel.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Gradient background with policy cards.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Responsive layout using simple HTML/CSS.</a:t>
            </a: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3026934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038600" y="3611365"/>
            <a:ext cx="10744200" cy="3979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PART – 4</a:t>
            </a: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QUANTUM</a:t>
            </a:r>
          </a:p>
        </p:txBody>
      </p:sp>
    </p:spTree>
    <p:extLst>
      <p:ext uri="{BB962C8B-B14F-4D97-AF65-F5344CB8AC3E}">
        <p14:creationId xmlns:p14="http://schemas.microsoft.com/office/powerpoint/2010/main" val="2088901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8115" y="885439"/>
            <a:ext cx="11831769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Quantum Component Integration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76864" y="2444589"/>
            <a:ext cx="15682436" cy="6172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Integrated a Quantum NLP module for enhanced policy relevance detection.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Uses Quantum Kernel (QVC and QSVC) models for text classification and similarity.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Employs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PennyLane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and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Qiskit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libraries for hybrid quantum-classical computation.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Quantum models process text embeddings to improve accuracy in ambiguous policy queries.</a:t>
            </a: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2103528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8115" y="885439"/>
            <a:ext cx="11831769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Quantum Workflow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47800" y="1805473"/>
            <a:ext cx="15682436" cy="6172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Text Vectorization: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Convert policy text using TF-IDF.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Quantum Feature Mapping: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Map classical vectors to quantum states.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Kernel Computation: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 quantum circuits to compute similarity (Quantum Kernel).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Prediction: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Classify queries as quantum-related or non-quantum-related policies.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Integration: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Combined with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backend for live prediction and retrieval.</a:t>
            </a: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1175056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83444" y="2417781"/>
            <a:ext cx="16535400" cy="5463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PART – 5</a:t>
            </a:r>
          </a:p>
          <a:p>
            <a:pPr algn="ctr">
              <a:lnSpc>
                <a:spcPts val="7531"/>
              </a:lnSpc>
            </a:pPr>
            <a:endParaRPr lang="en-US" sz="138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/>
            <a:r>
              <a:rPr lang="en-US" sz="11500" b="1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TinyLlama</a:t>
            </a:r>
            <a:r>
              <a:rPr lang="en-US" sz="115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 Voice Chat System</a:t>
            </a:r>
          </a:p>
        </p:txBody>
      </p:sp>
    </p:spTree>
    <p:extLst>
      <p:ext uri="{BB962C8B-B14F-4D97-AF65-F5344CB8AC3E}">
        <p14:creationId xmlns:p14="http://schemas.microsoft.com/office/powerpoint/2010/main" val="4294434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8115" y="885439"/>
            <a:ext cx="11831769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7544" y="2467533"/>
            <a:ext cx="15682436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 voice-enabled conversational interface built using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TinyLlama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model hosted locally via LM Studio.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Designed to provide real-time, speech-based interaction with the AI system.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0A74B3-E4EF-4971-A335-457D3165CC2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" t="36245" r="1535" b="27322"/>
          <a:stretch/>
        </p:blipFill>
        <p:spPr>
          <a:xfrm>
            <a:off x="1028700" y="6471142"/>
            <a:ext cx="16230600" cy="246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9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8115" y="885439"/>
            <a:ext cx="11831769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Key Features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7532" y="2097685"/>
            <a:ext cx="16051768" cy="5433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Converts speech to text for user queries using speech recognition.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Processes queries using the TinyLlama-1.1B Chat model for natural responses.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Converts AI responses to voice output, enabling a two-way spoken conversation.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Supports offline operation for privacy and faster response times.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Can generate PDF summaries of conversations or insights through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integration.</a:t>
            </a: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1423875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99949" y="114300"/>
            <a:ext cx="15682436" cy="9473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>
              <a:lnSpc>
                <a:spcPct val="150000"/>
              </a:lnSpc>
            </a:pPr>
            <a:r>
              <a:rPr lang="en-US" sz="3600" b="1" u="sng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Technology Stack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Model: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TinyLlama-1.1B Chat (LM Studio)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Backend: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Frontend: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HTML, CSS, JavaScript (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Gradio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/Voice Input Interface)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Libraries: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SpeechRecognition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pyttsx3 /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gTTS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for text-to-speech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>
              <a:lnSpc>
                <a:spcPct val="150000"/>
              </a:lnSpc>
            </a:pPr>
            <a:r>
              <a:rPr lang="en-US" sz="3600" u="sng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Applications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Used for interactive AI policy discussions and research assistance.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Enhances accessibility through voice-driven AI communication.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923102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58020" y="1448692"/>
            <a:ext cx="8960375" cy="1209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0" y="2986760"/>
            <a:ext cx="16507183" cy="5841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AI-powered system retrieves public policies using NLP and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Utilizes TF-IDF and cosine similarity for accurate policy matching.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backend ensures fast and scalable deployment.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Web-based frontend offers an interactive user experience.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Demonstrates the role of AI and NLP in simplifying policy documents.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Quantum-inspired NLP improves semantic understanding and retrieval accuracy.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Integration of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TinyLlama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Chat via LM Studio enables a lightweight, locally hosted conversational interface for dynamic policy queries and real-time insights.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327384" y="3607558"/>
            <a:ext cx="11633233" cy="318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sz="12479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THANK</a:t>
            </a:r>
          </a:p>
          <a:p>
            <a:pPr algn="ctr">
              <a:lnSpc>
                <a:spcPts val="11106"/>
              </a:lnSpc>
            </a:pPr>
            <a:r>
              <a:rPr lang="en-US" sz="12479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1168</Words>
  <Application>Microsoft Office PowerPoint</Application>
  <PresentationFormat>Custom</PresentationFormat>
  <Paragraphs>200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Wingdings</vt:lpstr>
      <vt:lpstr>Varela Round</vt:lpstr>
      <vt:lpstr>Arial</vt:lpstr>
      <vt:lpstr>Futura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Geometric Project Presentation</dc:title>
  <cp:lastModifiedBy>Aadhya A</cp:lastModifiedBy>
  <cp:revision>27</cp:revision>
  <dcterms:created xsi:type="dcterms:W3CDTF">2006-08-16T00:00:00Z</dcterms:created>
  <dcterms:modified xsi:type="dcterms:W3CDTF">2025-10-30T13:10:31Z</dcterms:modified>
  <dc:identifier>DAG1lTQXhKc</dc:identifier>
</cp:coreProperties>
</file>